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4" r:id="rId18"/>
    <p:sldId id="271" r:id="rId19"/>
    <p:sldId id="272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3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176" y="1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313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Trend Report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028699"/>
            <a:ext cx="8229600" cy="2171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AI之下</a:t>
            </a:r>
            <a:endParaRPr lang="en-US" sz="4800" b="1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4800" b="1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48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人的重新塑造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0"/>
            <a:ext cx="82296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Reshaping of Humans under 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0" y="4297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</a:rPr>
              <a:t>Design by Antigravity</a:t>
            </a:r>
            <a:endParaRPr lang="en-US" sz="12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2060C9C-4E4F-2344-14CC-AF0373BFFA5A}"/>
              </a:ext>
            </a:extLst>
          </p:cNvPr>
          <p:cNvSpPr/>
          <p:nvPr/>
        </p:nvSpPr>
        <p:spPr>
          <a:xfrm>
            <a:off x="1828800" y="4297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Designed</a:t>
            </a:r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</a:t>
            </a:r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Antigravity,</a:t>
            </a:r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Presented</a:t>
            </a:r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</a:t>
            </a:r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Michael</a:t>
            </a:r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Wang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历史性的双重冲击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</a:rPr>
              <a:t>AI Revolution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Demis Hassabis: "AI带来的变革将是工业革命的10倍。"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47620"/>
            <a:ext cx="38404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28219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乐观叙事：物质极大丰富，人类追求自我实现。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664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悲观叙事："无用阶级"涌现，意义危机爆发。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14630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</a:rPr>
              <a:t>Economic Reality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19202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中国现状：经济下行周期与AI变革叠加。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3647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失业率上升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73050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消费力萎缩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309626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中产焦虑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46202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</a:rPr>
              <a:t>这不是简单的就业危机，而是关于"人之为人"的根本性挑战。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02 / 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未来的分层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371600" y="22860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"两者会同时发生，并且会发生剧烈的分层。"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30480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天堂图景 (Utopia) ↔ 地狱场景 (Dystopia)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377952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技术革命带来的替代焦虑+经济下行带来的生存压力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03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Blind Spots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盲点一：技术进步 ≠ 财富分配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工业革命用了150年才建立起福利制度。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075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"等着分钱"是人类历史上最大的政治博弈，而非技术发展的自然结果。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52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</a:rPr>
              <a:t>摩擦性失业期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8092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旧工作消失的速度 &gt;&gt; 新分配制度建立的速度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537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在这段时间里，不是"人类不需要工作"，而是"大部分人找不到工作但也拿不到钱"。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04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Blind Spots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盲点二：稀缺性的转移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</a:rPr>
              <a:t>Cheap (Abundant)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工业品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647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数字内容 (文章, 代码, 视频)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092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标准化服务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4630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</a:rPr>
              <a:t>Expensive (Scarce)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23647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顶级专家亲手手术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8092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真人社交与陪伴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1910827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纯手工奢侈品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05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Blind Spots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盲点三：经济周期的错位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理论： AI让服务更便宜，人们有更多时间消费"人的不可替代性"。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075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现实： 经济下行让大量服务需求消失，人们没钱购买这种不可替代性。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3492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57200" y="298990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</a:rPr>
              <a:t>AI革命 × </a:t>
            </a:r>
            <a:r>
              <a:rPr lang="en-US" sz="1800" dirty="0" err="1">
                <a:solidFill>
                  <a:srgbClr val="000000"/>
                </a:solidFill>
              </a:rPr>
              <a:t>经济衰退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06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Stratification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AI时代的人类分层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8888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超级个体 (5-8%)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0" y="14630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驾驭AI，哲学思考，无限游戏。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8888"/>
                </a:solidFill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AI增强专业人士 (25-35%)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22860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协作者，专业壁垒，中产阶级。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8888"/>
                </a:solidFill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1089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在场服务者 (30-35%)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310896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身体在场，情绪劳动，临场判断。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8888"/>
                </a:solidFill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9319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边缘化人群 (25-35%)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7600" y="39319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失去竞争力的"无用阶级"，意义危机。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07 / 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Stratification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超级个体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</a:rPr>
              <a:t>核心能力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技术驾驭：理解原理与边界。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哲学能力：追问"为什么"，价值判断。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社群连接：深度真实关系。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无限游戏：持续探索与创造。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14630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</a:rPr>
              <a:t>风险：高级内卷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19202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竞争标准整体抬高。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3647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缺时间、缺注意力、缺深度连接。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8092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Burnout (职业倦怠)。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08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Stratification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AI增强专业人士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角色： 工程师、医生、律师、中小企业转型者。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075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模式： 专业判断 + AI工具。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52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</a:rPr>
              <a:t>挑战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8092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需要持续学习，防止技能贬值。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537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与超级个体的差距拉大，产生相对剥夺感。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09 / 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Stratification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在场服务者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</a:rPr>
              <a:t>不可替代性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身体在场： 必须出现在特定时空。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647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情绪劳动： 陪伴、理解、共情。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092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临场判断： 识别微妙信号。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4630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</a:rPr>
              <a:t>职业举例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0" y="19202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养老护理、儿童早教、理发美容、维修技师。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1999" y="2364739"/>
            <a:ext cx="4046071" cy="45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</a:rPr>
              <a:t>价值不在于"信息传递"，</a:t>
            </a:r>
            <a:r>
              <a:rPr lang="en-US" sz="1400" b="1" dirty="0" err="1">
                <a:solidFill>
                  <a:srgbClr val="000000"/>
                </a:solidFill>
              </a:rPr>
              <a:t>而在于"陪伴和激励</a:t>
            </a:r>
            <a:r>
              <a:rPr lang="en-US" sz="1400" b="1" dirty="0">
                <a:solidFill>
                  <a:srgbClr val="000000"/>
                </a:solidFill>
              </a:rPr>
              <a:t>"。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Stratification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边缘化人群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371600" y="18288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不仅是"低技能"，更是"心理能量耗竭"。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2733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意义危机的传染性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7305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"我这么努力工作有什么意义？"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1750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趋势： 比例随时间增加，从25%可能上升至50%。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11 / 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Reflection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 = 意义？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"工作=意义"是工业革命后建构的意识形态。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075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农业社会：身份来自家族、土地。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52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贵族阶层："不工作"是身份象征 (哲学、艺术)。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97942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57200" y="32537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真正的危机： 不是"无用" (Useless)，而是"无力" (Powerless)。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6982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失去经济自主权和社会议价能力。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The Trap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最危险的未来：奶头乐陷阱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</a:rPr>
              <a:t>AI定制娱乐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比短视频更可怕的"数字鸦片"。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647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为你量身定制的爽点，无限内容。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4630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</a:rPr>
              <a:t>后果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19202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失去探索现实世界的动力。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23647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主动放弃寻找意义。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8092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在算法制造的舒适茧房中度过一生。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Shift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范式转换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371600" y="18288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从 "生产者" 到 "意义创造者"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有用的重新定义：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7305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你能创造什么样的连接、体验、意义？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1750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从 Survival Mode (谋生) 进化到 Creative Mode (生活)。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Education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教育的根本重构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</a:rPr>
              <a:t>培养"完整的人"的五种能力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1. 审美能力：对抗廉价刺激。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2. 关系能力：建立真实连接。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3. 意义创造：主动定义价值。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4. 身体智慧：回归存在本身。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5. 精神修炼：与虚无共处。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Education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AI时代的培养目标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8888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AI Native (AI原住民)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0" y="14630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与AI共生，将AI视为第二大脑，驾驭算法。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8888"/>
                </a:solidFill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VUCA Player (未知探险家)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22860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在易变、不确定、复杂、模糊中寻找机会。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8888"/>
                </a:solidFill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1089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Unique Creator (独特创造者)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310896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创造AI无法替代的独特价值与意义。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Education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新时代的超级个体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371600" y="22860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"AI Native + VUCA Player + Unique Creator"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30480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他们不仅是工具的使用者，更是未来的定义者。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4925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在不确定性中建立秩序，在算法中保持人性。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17 / 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Strategy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过渡期的生存策略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</a:rPr>
              <a:t>1. 地理套利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去增量市场 (出海)。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647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赚一线城市的钱，在低成本地生活。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4630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</a:rPr>
              <a:t>2. 降低成本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19202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减少固定支出。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23647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组合收入 (兼职+项目+投资)。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8092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</a:rPr>
              <a:t>3. 投资硬技能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32664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有门槛的证书。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371094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不可替代的手艺。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人的重新塑造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371600" y="18288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AI之下，人不是被"取代"，而是被"重新定义"。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2733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从 工具人 到 完整的人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7178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从 经济价值 到 存在价值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6195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 err="1">
                <a:solidFill>
                  <a:srgbClr val="000000"/>
                </a:solidFill>
              </a:rPr>
              <a:t>谁能在自由中找到意义</a:t>
            </a:r>
            <a:r>
              <a:rPr lang="zh-CN" altLang="en-US" sz="2000" dirty="0">
                <a:solidFill>
                  <a:srgbClr val="000000"/>
                </a:solidFill>
              </a:rPr>
              <a:t>，</a:t>
            </a:r>
            <a:endParaRPr lang="en-US" sz="2000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r>
              <a:rPr lang="en-US" sz="2000" dirty="0" err="1">
                <a:solidFill>
                  <a:srgbClr val="000000"/>
                </a:solidFill>
              </a:rPr>
              <a:t>谁能抵抗算法的舒适陷阱</a:t>
            </a:r>
            <a:r>
              <a:rPr lang="zh-CN" altLang="en-US" sz="2000" dirty="0">
                <a:solidFill>
                  <a:srgbClr val="000000"/>
                </a:solidFill>
              </a:rPr>
              <a:t>，</a:t>
            </a:r>
            <a:endParaRPr lang="en-US" sz="2000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r>
              <a:rPr lang="en-US" sz="2000" dirty="0" err="1">
                <a:solidFill>
                  <a:srgbClr val="000000"/>
                </a:solidFill>
              </a:rPr>
              <a:t>谁能主动选择</a:t>
            </a:r>
            <a:r>
              <a:rPr lang="zh-CN" altLang="en-US" sz="2000" dirty="0">
                <a:solidFill>
                  <a:srgbClr val="000000"/>
                </a:solidFill>
              </a:rPr>
              <a:t>“</a:t>
            </a:r>
            <a:r>
              <a:rPr lang="en-US" sz="2000" dirty="0" err="1">
                <a:solidFill>
                  <a:srgbClr val="000000"/>
                </a:solidFill>
              </a:rPr>
              <a:t>成为人</a:t>
            </a:r>
            <a:r>
              <a:rPr lang="zh-CN" altLang="en-US" sz="2000" dirty="0">
                <a:solidFill>
                  <a:srgbClr val="000000"/>
                </a:solidFill>
              </a:rPr>
              <a:t>”</a:t>
            </a:r>
            <a:r>
              <a:rPr lang="en-US" sz="2000" dirty="0">
                <a:solidFill>
                  <a:srgbClr val="000000"/>
                </a:solidFill>
              </a:rPr>
              <a:t>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17 / 17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57DC89C-3D07-B2CA-AB37-1BD09B9B9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777" y="1106109"/>
            <a:ext cx="2550446" cy="293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062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718</Words>
  <Application>Microsoft Macintosh PowerPoint</Application>
  <PresentationFormat>全屏显示(16:9)</PresentationFormat>
  <Paragraphs>195</Paragraphs>
  <Slides>20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WANG Michael</cp:lastModifiedBy>
  <cp:revision>8</cp:revision>
  <dcterms:created xsi:type="dcterms:W3CDTF">2025-12-04T13:57:12Z</dcterms:created>
  <dcterms:modified xsi:type="dcterms:W3CDTF">2025-12-05T01:51:53Z</dcterms:modified>
</cp:coreProperties>
</file>